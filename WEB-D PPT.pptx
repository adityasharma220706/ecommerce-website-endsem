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D93104-C175-44B2-B45B-7A9AB00DF07F}" v="1" dt="2025-12-10T22:39:37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Sharma" userId="c279ba42c497f45a" providerId="LiveId" clId="{4B5D40E1-27E1-4981-BF1C-0759609544FE}"/>
    <pc:docChg chg="undo custSel delSld modSld">
      <pc:chgData name="Deepak Sharma" userId="c279ba42c497f45a" providerId="LiveId" clId="{4B5D40E1-27E1-4981-BF1C-0759609544FE}" dt="2025-12-11T04:33:36.870" v="106" actId="20577"/>
      <pc:docMkLst>
        <pc:docMk/>
      </pc:docMkLst>
      <pc:sldChg chg="modSp mod">
        <pc:chgData name="Deepak Sharma" userId="c279ba42c497f45a" providerId="LiveId" clId="{4B5D40E1-27E1-4981-BF1C-0759609544FE}" dt="2025-12-10T22:41:42.055" v="13" actId="14100"/>
        <pc:sldMkLst>
          <pc:docMk/>
          <pc:sldMk cId="2867967200" sldId="259"/>
        </pc:sldMkLst>
        <pc:picChg chg="mod">
          <ac:chgData name="Deepak Sharma" userId="c279ba42c497f45a" providerId="LiveId" clId="{4B5D40E1-27E1-4981-BF1C-0759609544FE}" dt="2025-12-10T22:41:42.055" v="13" actId="14100"/>
          <ac:picMkLst>
            <pc:docMk/>
            <pc:sldMk cId="2867967200" sldId="259"/>
            <ac:picMk id="5" creationId="{A3EE8069-2F44-3521-85F5-80EA445BF97B}"/>
          </ac:picMkLst>
        </pc:picChg>
      </pc:sldChg>
      <pc:sldChg chg="modSp mod">
        <pc:chgData name="Deepak Sharma" userId="c279ba42c497f45a" providerId="LiveId" clId="{4B5D40E1-27E1-4981-BF1C-0759609544FE}" dt="2025-12-10T22:42:09.199" v="17" actId="1076"/>
        <pc:sldMkLst>
          <pc:docMk/>
          <pc:sldMk cId="1842010222" sldId="262"/>
        </pc:sldMkLst>
        <pc:picChg chg="mod">
          <ac:chgData name="Deepak Sharma" userId="c279ba42c497f45a" providerId="LiveId" clId="{4B5D40E1-27E1-4981-BF1C-0759609544FE}" dt="2025-12-10T22:42:09.199" v="17" actId="1076"/>
          <ac:picMkLst>
            <pc:docMk/>
            <pc:sldMk cId="1842010222" sldId="262"/>
            <ac:picMk id="5" creationId="{F5B64413-0975-6D5E-0E06-0D68151A740A}"/>
          </ac:picMkLst>
        </pc:picChg>
      </pc:sldChg>
      <pc:sldChg chg="del">
        <pc:chgData name="Deepak Sharma" userId="c279ba42c497f45a" providerId="LiveId" clId="{4B5D40E1-27E1-4981-BF1C-0759609544FE}" dt="2025-12-10T22:39:53.555" v="2" actId="2696"/>
        <pc:sldMkLst>
          <pc:docMk/>
          <pc:sldMk cId="2153700614" sldId="264"/>
        </pc:sldMkLst>
      </pc:sldChg>
      <pc:sldChg chg="modSp mod">
        <pc:chgData name="Deepak Sharma" userId="c279ba42c497f45a" providerId="LiveId" clId="{4B5D40E1-27E1-4981-BF1C-0759609544FE}" dt="2025-12-11T04:33:36.870" v="106" actId="20577"/>
        <pc:sldMkLst>
          <pc:docMk/>
          <pc:sldMk cId="2783938163" sldId="265"/>
        </pc:sldMkLst>
        <pc:spChg chg="mod">
          <ac:chgData name="Deepak Sharma" userId="c279ba42c497f45a" providerId="LiveId" clId="{4B5D40E1-27E1-4981-BF1C-0759609544FE}" dt="2025-12-10T22:40:38.064" v="6" actId="14100"/>
          <ac:spMkLst>
            <pc:docMk/>
            <pc:sldMk cId="2783938163" sldId="265"/>
            <ac:spMk id="2" creationId="{FF59065C-55F1-94CA-094E-1C44602E27A7}"/>
          </ac:spMkLst>
        </pc:spChg>
        <pc:spChg chg="mod">
          <ac:chgData name="Deepak Sharma" userId="c279ba42c497f45a" providerId="LiveId" clId="{4B5D40E1-27E1-4981-BF1C-0759609544FE}" dt="2025-12-11T04:33:36.870" v="106" actId="20577"/>
          <ac:spMkLst>
            <pc:docMk/>
            <pc:sldMk cId="2783938163" sldId="265"/>
            <ac:spMk id="3" creationId="{FDE93201-584C-1598-8C79-50D7C647EF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7821-BF11-5C68-ACA2-D8A9454AB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75FEB-FB9C-1055-3E9F-E4750B174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BA61A-F60B-3B24-099C-B0723F93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F8A5-2709-4931-A0EA-D744DEBD46C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7C6B8-048D-CF8E-67AB-2EF3099AC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06073-0C20-91F4-2FE0-72D5CE53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48C0-C81B-4A45-A674-D6BD4D731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607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96F31-1F29-AE08-445A-2D1025C7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EFC4C-B7F4-0BCB-6CC7-7C1EBA560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63CAC-A430-CFE9-F82D-6AD31464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F8A5-2709-4931-A0EA-D744DEBD46C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F76FC-A216-C28B-024E-31DF2CA78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2EE0C-C977-821D-A196-D032BED0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48C0-C81B-4A45-A674-D6BD4D731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65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B62F-C3B3-4603-4FCC-007EB2715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1313C-2C4D-0187-1322-8FE9E314C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11A60-8E29-6A80-2C23-87FCD56EF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F8A5-2709-4931-A0EA-D744DEBD46C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B6207-CD47-FEC2-4F13-95DF1AD9E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4467C-382B-1BDD-A206-71785365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48C0-C81B-4A45-A674-D6BD4D731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884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3736-EF24-D4AC-3E34-52B6F692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C5BEC-B6DC-370E-0CDB-0696D4DC2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7B31F-078F-7FE9-3508-50D8F20E9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9FF13-2860-C424-546D-58CDEF96D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F8A5-2709-4931-A0EA-D744DEBD46C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7F359-67B3-6863-D8B4-D06A4BC24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37469-6310-26A7-6B82-0AB5040A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48C0-C81B-4A45-A674-D6BD4D731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788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FC5D-0088-3AF8-884D-8DE4C8D7B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E1B5E-BB74-0121-C5D5-1541E6D87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69F40-5F47-58E1-9175-45A5AA66F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E75C0-5715-F433-5F90-107F52071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312B7-4CB6-5B4C-9F65-A4A4FF5A5C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7EBDB-81D5-5000-CB33-AD676B15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F8A5-2709-4931-A0EA-D744DEBD46C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D3BF0A-E697-1A69-9BF6-9F361BA0F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354A4F-8E65-EFFD-F16A-0930FC7E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48C0-C81B-4A45-A674-D6BD4D731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571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118DD-8269-5F21-89C3-65057793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33A88-894A-17C1-9842-59731CD4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F8A5-2709-4931-A0EA-D744DEBD46C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58A2F-F54D-3A0F-1F5D-B82D111A8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77F01-1A5D-9513-EFF0-43CC5FE61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48C0-C81B-4A45-A674-D6BD4D731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939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B8DD25-E9F9-7510-9DB4-7A6AC3C0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F8A5-2709-4931-A0EA-D744DEBD46C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5681FA-3AD2-8711-84E0-63231CEDB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D5EEE-0964-7EF2-3D3A-FCA7B587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48C0-C81B-4A45-A674-D6BD4D731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108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7F4-331D-D609-23F0-A9AAEDFF7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095EE-D99D-580E-8685-85FD25966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460C4-0DA9-60CC-550A-CFAE5B383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63385-6507-C8A5-EB45-018450A9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F8A5-2709-4931-A0EA-D744DEBD46C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98325-13FE-205F-CA6F-F3FA6079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824BC-ED99-E495-C4D9-7822C4D3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48C0-C81B-4A45-A674-D6BD4D731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63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9880-CA82-C627-7E56-BECDD43F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72BBE-AB12-B649-B1FE-86F3B7E998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3B5E2-5CD3-8114-FC02-5BF882EA6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810BD-4D36-ADC1-1869-90E7B978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F8A5-2709-4931-A0EA-D744DEBD46C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821E2-6E67-16A0-80A2-35466198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8A26C-8F45-508F-F220-6332CF618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48C0-C81B-4A45-A674-D6BD4D731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94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8DAF-1F4E-6ED7-54EE-2D7E7F0D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30804-5A05-DE19-F04A-BBA74D263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18661-DCBE-0A13-2BDA-99DBD40C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F8A5-2709-4931-A0EA-D744DEBD46C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52A56-A4E1-F800-55AB-CAD73E30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36E0F-4FDB-97A1-C101-9B39D59C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48C0-C81B-4A45-A674-D6BD4D731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028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834748-CD1F-41B8-D3BB-9D94B8E875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68AD3-1C29-DD1D-9BC0-20B9F1588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DADD0-E8BF-87CF-112D-381F1E901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F8A5-2709-4931-A0EA-D744DEBD46C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1A174-3450-46F4-0453-596574333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CC067-2C18-1C0C-08AE-3DE9DC16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48C0-C81B-4A45-A674-D6BD4D731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168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9104CE-2EA2-B84E-F16B-70697D5F0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695DE-3447-21B1-C5C1-82C590A8F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5B26B-88D9-2E38-85FD-7EF68B211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3F8A5-2709-4931-A0EA-D744DEBD46C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81290-59C3-725A-2CEF-B95385BF5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12500-16DC-D8CD-EC43-20BD4D2B8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548C0-C81B-4A45-A674-D6BD4D731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57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569A-7F47-7D98-2ACE-5C90E6EAB1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CF464-D5FE-9F24-F349-F038790EB9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A close-up of a business card&#10;&#10;AI-generated content may be incorrect.">
            <a:extLst>
              <a:ext uri="{FF2B5EF4-FFF2-40B4-BE49-F238E27FC236}">
                <a16:creationId xmlns:a16="http://schemas.microsoft.com/office/drawing/2014/main" id="{8F5DC400-947E-A6A5-F095-2FAC7F32C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14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4715-C153-E907-83AA-E79E8661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FA387F0E-F6F5-E8EE-A4CE-173EF65A1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570" y="0"/>
            <a:ext cx="108095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6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930B-451B-688F-4172-0222104C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7AC968-77F2-7F07-4B60-4B47ECC73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2343" y="2987499"/>
            <a:ext cx="10319657" cy="88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626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373F8-9273-48F8-4F7F-060164450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EE8069-2F44-3521-85F5-80EA445BF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2" y="365125"/>
            <a:ext cx="11778343" cy="5600246"/>
          </a:xfrm>
        </p:spPr>
      </p:pic>
    </p:spTree>
    <p:extLst>
      <p:ext uri="{BB962C8B-B14F-4D97-AF65-F5344CB8AC3E}">
        <p14:creationId xmlns:p14="http://schemas.microsoft.com/office/powerpoint/2010/main" val="2867967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256C4-97F0-E170-BD48-60117336F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CBA690-E6E0-F17F-556A-519176CA8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2400"/>
            <a:ext cx="10515600" cy="5792653"/>
          </a:xfrm>
        </p:spPr>
      </p:pic>
    </p:spTree>
    <p:extLst>
      <p:ext uri="{BB962C8B-B14F-4D97-AF65-F5344CB8AC3E}">
        <p14:creationId xmlns:p14="http://schemas.microsoft.com/office/powerpoint/2010/main" val="244641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0FCC5-D9A7-B6A1-4705-C77C0EB9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CC6CF8-950C-E460-52BA-5DE630412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1514"/>
            <a:ext cx="10951029" cy="5208075"/>
          </a:xfrm>
        </p:spPr>
      </p:pic>
    </p:spTree>
    <p:extLst>
      <p:ext uri="{BB962C8B-B14F-4D97-AF65-F5344CB8AC3E}">
        <p14:creationId xmlns:p14="http://schemas.microsoft.com/office/powerpoint/2010/main" val="2901322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B3BF3-7A28-981E-DDF0-3EDBB1E8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B64413-0975-6D5E-0E06-0D68151A7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42" y="365125"/>
            <a:ext cx="11190515" cy="4550230"/>
          </a:xfrm>
        </p:spPr>
      </p:pic>
    </p:spTree>
    <p:extLst>
      <p:ext uri="{BB962C8B-B14F-4D97-AF65-F5344CB8AC3E}">
        <p14:creationId xmlns:p14="http://schemas.microsoft.com/office/powerpoint/2010/main" val="1842010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25FB-D490-F29A-4C3B-3A83DE023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Navigation 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19320-81DD-42B4-B94A-0D8C802DC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&lt;div class="navbar"&gt;</a:t>
            </a:r>
          </a:p>
          <a:p>
            <a:r>
              <a:rPr lang="en-US" dirty="0"/>
              <a:t>    &lt;h2&gt;</a:t>
            </a:r>
            <a:r>
              <a:rPr lang="en-US" dirty="0" err="1"/>
              <a:t>ShopEase</a:t>
            </a:r>
            <a:r>
              <a:rPr lang="en-US" dirty="0"/>
              <a:t>&lt;/h2&gt;</a:t>
            </a:r>
          </a:p>
          <a:p>
            <a:r>
              <a:rPr lang="en-US" dirty="0"/>
              <a:t>    &lt;div class="links"&gt;</a:t>
            </a:r>
          </a:p>
          <a:p>
            <a:r>
              <a:rPr lang="en-US" dirty="0"/>
              <a:t>        &lt;a </a:t>
            </a:r>
            <a:r>
              <a:rPr lang="en-US" dirty="0" err="1"/>
              <a:t>href</a:t>
            </a:r>
            <a:r>
              <a:rPr lang="en-US" dirty="0"/>
              <a:t>="index.html"&gt;Home&lt;/a&gt;</a:t>
            </a:r>
          </a:p>
          <a:p>
            <a:r>
              <a:rPr lang="en-US" dirty="0"/>
              <a:t>        &lt;a </a:t>
            </a:r>
            <a:r>
              <a:rPr lang="en-US" dirty="0" err="1"/>
              <a:t>href</a:t>
            </a:r>
            <a:r>
              <a:rPr lang="en-US" dirty="0"/>
              <a:t>="shop.html"&gt;Shop&lt;/a&gt;</a:t>
            </a:r>
          </a:p>
          <a:p>
            <a:r>
              <a:rPr lang="en-US" dirty="0"/>
              <a:t>        &lt;a </a:t>
            </a:r>
            <a:r>
              <a:rPr lang="en-US" dirty="0" err="1"/>
              <a:t>href</a:t>
            </a:r>
            <a:r>
              <a:rPr lang="en-US" dirty="0"/>
              <a:t>="about.html"&gt;About&lt;/a&gt;</a:t>
            </a:r>
          </a:p>
          <a:p>
            <a:r>
              <a:rPr lang="en-US" dirty="0"/>
              <a:t>        &lt;a </a:t>
            </a:r>
            <a:r>
              <a:rPr lang="en-US" dirty="0" err="1"/>
              <a:t>href</a:t>
            </a:r>
            <a:r>
              <a:rPr lang="en-US" dirty="0"/>
              <a:t>="contact.html"&gt;Contact&lt;/a&gt;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&lt;/div&gt;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3073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065C-55F1-94CA-094E-1C44602E2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81742"/>
          </a:xfrm>
        </p:spPr>
        <p:txBody>
          <a:bodyPr/>
          <a:lstStyle/>
          <a:p>
            <a:r>
              <a:rPr lang="en-US" b="1" i="1" dirty="0"/>
              <a:t>S</a:t>
            </a:r>
            <a:r>
              <a:rPr lang="en-IN" b="1" i="1" dirty="0" err="1"/>
              <a:t>ign</a:t>
            </a:r>
            <a:r>
              <a:rPr lang="en-IN" b="1" i="1" dirty="0"/>
              <a:t>-Up Form Submit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93201-584C-1598-8C79-50D7C647E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12192000" cy="6095999"/>
          </a:xfrm>
        </p:spPr>
        <p:txBody>
          <a:bodyPr>
            <a:normAutofit fontScale="25000" lnSpcReduction="20000"/>
          </a:bodyPr>
          <a:lstStyle/>
          <a:p>
            <a:r>
              <a:rPr lang="en-IN" dirty="0"/>
              <a:t>function Form() {</a:t>
            </a:r>
          </a:p>
          <a:p>
            <a:r>
              <a:rPr lang="en-IN" dirty="0"/>
              <a:t>    let name = </a:t>
            </a:r>
            <a:r>
              <a:rPr lang="en-IN" dirty="0" err="1"/>
              <a:t>document.getElementById</a:t>
            </a:r>
            <a:r>
              <a:rPr lang="en-IN" dirty="0"/>
              <a:t>("name").value;</a:t>
            </a:r>
          </a:p>
          <a:p>
            <a:r>
              <a:rPr lang="en-IN" dirty="0"/>
              <a:t>    let email = </a:t>
            </a:r>
            <a:r>
              <a:rPr lang="en-IN" dirty="0" err="1"/>
              <a:t>document.getElementById</a:t>
            </a:r>
            <a:r>
              <a:rPr lang="en-IN" dirty="0"/>
              <a:t>("email").value;</a:t>
            </a:r>
          </a:p>
          <a:p>
            <a:r>
              <a:rPr lang="en-IN" dirty="0"/>
              <a:t>    let pass = </a:t>
            </a:r>
            <a:r>
              <a:rPr lang="en-IN" dirty="0" err="1"/>
              <a:t>document.getElementById</a:t>
            </a:r>
            <a:r>
              <a:rPr lang="en-IN" dirty="0"/>
              <a:t>("pass").value;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    if (name === "") {</a:t>
            </a:r>
          </a:p>
          <a:p>
            <a:r>
              <a:rPr lang="en-IN" dirty="0"/>
              <a:t>        alert("Please enter your name");</a:t>
            </a:r>
          </a:p>
          <a:p>
            <a:r>
              <a:rPr lang="en-IN" dirty="0"/>
              <a:t>        return false;</a:t>
            </a:r>
          </a:p>
          <a:p>
            <a:r>
              <a:rPr lang="en-IN" dirty="0"/>
              <a:t>    }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    if (email === "") {</a:t>
            </a:r>
          </a:p>
          <a:p>
            <a:r>
              <a:rPr lang="en-IN" dirty="0"/>
              <a:t>        alert("Please enter your email");</a:t>
            </a:r>
          </a:p>
          <a:p>
            <a:r>
              <a:rPr lang="en-IN" dirty="0"/>
              <a:t>        return false;</a:t>
            </a:r>
          </a:p>
          <a:p>
            <a:r>
              <a:rPr lang="en-IN" dirty="0"/>
              <a:t>    }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    if (pass === "") {</a:t>
            </a:r>
          </a:p>
          <a:p>
            <a:r>
              <a:rPr lang="en-IN" dirty="0"/>
              <a:t>        alert("Please enter your password");</a:t>
            </a:r>
          </a:p>
          <a:p>
            <a:r>
              <a:rPr lang="en-IN" dirty="0"/>
              <a:t>        return false;</a:t>
            </a:r>
          </a:p>
          <a:p>
            <a:r>
              <a:rPr lang="en-IN" dirty="0"/>
              <a:t>    }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    alert("Signup Successful!");</a:t>
            </a:r>
          </a:p>
          <a:p>
            <a:r>
              <a:rPr lang="en-IN" dirty="0"/>
              <a:t>    return true;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Function </a:t>
            </a:r>
            <a:r>
              <a:rPr lang="en-IN" dirty="0" err="1"/>
              <a:t>addToCart</a:t>
            </a:r>
            <a:r>
              <a:rPr lang="en-IN" dirty="0"/>
              <a:t>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alert(“Item added to Cart”);</a:t>
            </a:r>
          </a:p>
          <a:p>
            <a:r>
              <a:rPr lang="en-IN"/>
              <a:t>}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3938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26D8A-5959-0152-FF95-5E1FD472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blue and white logo&#10;&#10;AI-generated content may be incorrect.">
            <a:extLst>
              <a:ext uri="{FF2B5EF4-FFF2-40B4-BE49-F238E27FC236}">
                <a16:creationId xmlns:a16="http://schemas.microsoft.com/office/drawing/2014/main" id="{B93323AA-7387-1B24-6D81-137608E1F8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399" y="2285999"/>
            <a:ext cx="7043057" cy="194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09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217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Navigation Bar</vt:lpstr>
      <vt:lpstr>Sign-Up Form Submit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Sharma</dc:creator>
  <cp:lastModifiedBy>Deepak Sharma</cp:lastModifiedBy>
  <cp:revision>1</cp:revision>
  <dcterms:created xsi:type="dcterms:W3CDTF">2025-12-10T21:53:25Z</dcterms:created>
  <dcterms:modified xsi:type="dcterms:W3CDTF">2025-12-11T04:33:40Z</dcterms:modified>
</cp:coreProperties>
</file>